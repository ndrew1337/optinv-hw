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62" r:id="rId3"/>
    <p:sldMasterId id="2147483663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</p:sldIdLst>
  <p:sldSz cy="6858000" cx="12192000"/>
  <p:notesSz cx="6858000" cy="12192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slideMaster" Target="slideMasters/slideMaster2.xml"/><Relationship Id="rId10" Type="http://schemas.openxmlformats.org/officeDocument/2006/relationships/slide" Target="slides/slide5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914400"/>
            <a:ext cx="4572225" cy="457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3961ed80031_3_526:notes"/>
          <p:cNvSpPr/>
          <p:nvPr>
            <p:ph idx="2" type="sldImg"/>
          </p:nvPr>
        </p:nvSpPr>
        <p:spPr>
          <a:xfrm>
            <a:off x="381300" y="914400"/>
            <a:ext cx="6096000" cy="457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" name="Google Shape;62;g3961ed80031_3_526:notes"/>
          <p:cNvSpPr txBox="1"/>
          <p:nvPr>
            <p:ph idx="1" type="body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961ed80031_3_270:notes"/>
          <p:cNvSpPr/>
          <p:nvPr>
            <p:ph idx="2" type="sldImg"/>
          </p:nvPr>
        </p:nvSpPr>
        <p:spPr>
          <a:xfrm>
            <a:off x="381300" y="914400"/>
            <a:ext cx="6096000" cy="457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3961ed80031_3_270:notes"/>
          <p:cNvSpPr txBox="1"/>
          <p:nvPr>
            <p:ph idx="1" type="body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3961ed80031_3_581:notes"/>
          <p:cNvSpPr/>
          <p:nvPr>
            <p:ph idx="2" type="sldImg"/>
          </p:nvPr>
        </p:nvSpPr>
        <p:spPr>
          <a:xfrm>
            <a:off x="381300" y="914400"/>
            <a:ext cx="6096000" cy="457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g3961ed80031_3_581:notes"/>
          <p:cNvSpPr txBox="1"/>
          <p:nvPr>
            <p:ph idx="1" type="body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961ed80031_4_24:notes"/>
          <p:cNvSpPr/>
          <p:nvPr>
            <p:ph idx="2" type="sldImg"/>
          </p:nvPr>
        </p:nvSpPr>
        <p:spPr>
          <a:xfrm>
            <a:off x="381300" y="914400"/>
            <a:ext cx="6096000" cy="457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3961ed80031_4_24:notes"/>
          <p:cNvSpPr txBox="1"/>
          <p:nvPr>
            <p:ph idx="1" type="body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961ed80031_4_39:notes"/>
          <p:cNvSpPr/>
          <p:nvPr>
            <p:ph idx="2" type="sldImg"/>
          </p:nvPr>
        </p:nvSpPr>
        <p:spPr>
          <a:xfrm>
            <a:off x="381300" y="914400"/>
            <a:ext cx="6096000" cy="457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3961ed80031_4_39:notes"/>
          <p:cNvSpPr txBox="1"/>
          <p:nvPr>
            <p:ph idx="1" type="body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6" name="Shape 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7" name="Shape 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8;p3"/>
          <p:cNvSpPr txBox="1"/>
          <p:nvPr>
            <p:ph type="ctrTitle"/>
          </p:nvPr>
        </p:nvSpPr>
        <p:spPr>
          <a:xfrm>
            <a:off x="415611" y="992767"/>
            <a:ext cx="11360700" cy="2736900"/>
          </a:xfrm>
          <a:prstGeom prst="rect">
            <a:avLst/>
          </a:prstGeom>
          <a:noFill/>
          <a:ln>
            <a:noFill/>
          </a:ln>
        </p:spPr>
        <p:txBody>
          <a:bodyPr anchorCtr="0" anchor="b" bIns="121900" lIns="121900" spcFirstLastPara="1" rIns="121900" wrap="square" tIns="1219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900"/>
              <a:buChar char="●"/>
              <a:defRPr sz="6900"/>
            </a:lvl1pPr>
            <a:lvl2pPr lvl="1" algn="ctr">
              <a:spcBef>
                <a:spcPts val="0"/>
              </a:spcBef>
              <a:spcAft>
                <a:spcPts val="0"/>
              </a:spcAft>
              <a:buSzPts val="6900"/>
              <a:buChar char="○"/>
              <a:defRPr sz="6900"/>
            </a:lvl2pPr>
            <a:lvl3pPr lvl="2" algn="ctr">
              <a:spcBef>
                <a:spcPts val="0"/>
              </a:spcBef>
              <a:spcAft>
                <a:spcPts val="0"/>
              </a:spcAft>
              <a:buSzPts val="6900"/>
              <a:buChar char="■"/>
              <a:defRPr sz="6900"/>
            </a:lvl3pPr>
            <a:lvl4pPr lvl="3" algn="ctr">
              <a:spcBef>
                <a:spcPts val="0"/>
              </a:spcBef>
              <a:spcAft>
                <a:spcPts val="0"/>
              </a:spcAft>
              <a:buSzPts val="6900"/>
              <a:buChar char="●"/>
              <a:defRPr sz="6900"/>
            </a:lvl4pPr>
            <a:lvl5pPr lvl="4" algn="ctr">
              <a:spcBef>
                <a:spcPts val="0"/>
              </a:spcBef>
              <a:spcAft>
                <a:spcPts val="0"/>
              </a:spcAft>
              <a:buSzPts val="6900"/>
              <a:buChar char="○"/>
              <a:defRPr sz="6900"/>
            </a:lvl5pPr>
            <a:lvl6pPr lvl="5" algn="ctr">
              <a:spcBef>
                <a:spcPts val="0"/>
              </a:spcBef>
              <a:spcAft>
                <a:spcPts val="0"/>
              </a:spcAft>
              <a:buSzPts val="6900"/>
              <a:buChar char="■"/>
              <a:defRPr sz="6900"/>
            </a:lvl6pPr>
            <a:lvl7pPr lvl="6" algn="ctr">
              <a:spcBef>
                <a:spcPts val="0"/>
              </a:spcBef>
              <a:spcAft>
                <a:spcPts val="0"/>
              </a:spcAft>
              <a:buSzPts val="6900"/>
              <a:buChar char="●"/>
              <a:defRPr sz="6900"/>
            </a:lvl7pPr>
            <a:lvl8pPr lvl="7" algn="ctr">
              <a:spcBef>
                <a:spcPts val="0"/>
              </a:spcBef>
              <a:spcAft>
                <a:spcPts val="0"/>
              </a:spcAft>
              <a:buSzPts val="6900"/>
              <a:buChar char="○"/>
              <a:defRPr sz="6900"/>
            </a:lvl8pPr>
            <a:lvl9pPr lvl="8" algn="ctr">
              <a:spcBef>
                <a:spcPts val="0"/>
              </a:spcBef>
              <a:spcAft>
                <a:spcPts val="0"/>
              </a:spcAft>
              <a:buSzPts val="6900"/>
              <a:buChar char="■"/>
              <a:defRPr sz="6900"/>
            </a:lvl9pPr>
          </a:lstStyle>
          <a:p/>
        </p:txBody>
      </p:sp>
      <p:sp>
        <p:nvSpPr>
          <p:cNvPr id="9" name="Google Shape;9;p3"/>
          <p:cNvSpPr txBox="1"/>
          <p:nvPr>
            <p:ph idx="1" type="subTitle"/>
          </p:nvPr>
        </p:nvSpPr>
        <p:spPr>
          <a:xfrm>
            <a:off x="415600" y="3778833"/>
            <a:ext cx="11360700" cy="105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9pPr>
          </a:lstStyle>
          <a:p/>
        </p:txBody>
      </p:sp>
      <p:sp>
        <p:nvSpPr>
          <p:cNvPr id="10" name="Google Shape;10;p3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>
            <a:lvl1pPr lvl="0">
              <a:buNone/>
              <a:defRPr sz="1900"/>
            </a:lvl1pPr>
            <a:lvl2pPr lvl="1">
              <a:buNone/>
              <a:defRPr sz="1900"/>
            </a:lvl2pPr>
            <a:lvl3pPr lvl="2">
              <a:buNone/>
              <a:defRPr sz="1900"/>
            </a:lvl3pPr>
            <a:lvl4pPr lvl="3">
              <a:buNone/>
              <a:defRPr sz="1900"/>
            </a:lvl4pPr>
            <a:lvl5pPr lvl="4">
              <a:buNone/>
              <a:defRPr sz="1900"/>
            </a:lvl5pPr>
            <a:lvl6pPr lvl="5">
              <a:buNone/>
              <a:defRPr sz="1900"/>
            </a:lvl6pPr>
            <a:lvl7pPr lvl="6">
              <a:buNone/>
              <a:defRPr sz="1900"/>
            </a:lvl7pPr>
            <a:lvl8pPr lvl="7">
              <a:buNone/>
              <a:defRPr sz="1900"/>
            </a:lvl8pPr>
            <a:lvl9pPr lvl="8">
              <a:buNone/>
              <a:defRPr sz="1900"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4"/>
          <p:cNvSpPr txBox="1"/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900"/>
              <a:buChar char="●"/>
              <a:defRPr sz="1900"/>
            </a:lvl1pPr>
            <a:lvl2pPr lvl="1">
              <a:spcBef>
                <a:spcPts val="0"/>
              </a:spcBef>
              <a:spcAft>
                <a:spcPts val="0"/>
              </a:spcAft>
              <a:buSzPts val="1900"/>
              <a:buChar char="○"/>
              <a:defRPr sz="1900"/>
            </a:lvl2pPr>
            <a:lvl3pPr lvl="2">
              <a:spcBef>
                <a:spcPts val="0"/>
              </a:spcBef>
              <a:spcAft>
                <a:spcPts val="0"/>
              </a:spcAft>
              <a:buSzPts val="1900"/>
              <a:buChar char="■"/>
              <a:defRPr sz="1900"/>
            </a:lvl3pPr>
            <a:lvl4pPr lvl="3">
              <a:spcBef>
                <a:spcPts val="0"/>
              </a:spcBef>
              <a:spcAft>
                <a:spcPts val="0"/>
              </a:spcAft>
              <a:buSzPts val="1900"/>
              <a:buChar char="●"/>
              <a:defRPr sz="1900"/>
            </a:lvl4pPr>
            <a:lvl5pPr lvl="4">
              <a:spcBef>
                <a:spcPts val="0"/>
              </a:spcBef>
              <a:spcAft>
                <a:spcPts val="0"/>
              </a:spcAft>
              <a:buSzPts val="1900"/>
              <a:buChar char="○"/>
              <a:defRPr sz="1900"/>
            </a:lvl5pPr>
            <a:lvl6pPr lvl="5">
              <a:spcBef>
                <a:spcPts val="0"/>
              </a:spcBef>
              <a:spcAft>
                <a:spcPts val="0"/>
              </a:spcAft>
              <a:buSzPts val="1900"/>
              <a:buChar char="■"/>
              <a:defRPr sz="1900"/>
            </a:lvl6pPr>
            <a:lvl7pPr lvl="6">
              <a:spcBef>
                <a:spcPts val="0"/>
              </a:spcBef>
              <a:spcAft>
                <a:spcPts val="0"/>
              </a:spcAft>
              <a:buSzPts val="1900"/>
              <a:buChar char="●"/>
              <a:defRPr sz="1900"/>
            </a:lvl7pPr>
            <a:lvl8pPr lvl="7">
              <a:spcBef>
                <a:spcPts val="0"/>
              </a:spcBef>
              <a:spcAft>
                <a:spcPts val="0"/>
              </a:spcAft>
              <a:buSzPts val="1900"/>
              <a:buChar char="○"/>
              <a:defRPr sz="1900"/>
            </a:lvl8pPr>
            <a:lvl9pPr lvl="8">
              <a:spcBef>
                <a:spcPts val="0"/>
              </a:spcBef>
              <a:spcAft>
                <a:spcPts val="0"/>
              </a:spcAft>
              <a:buSzPts val="1900"/>
              <a:buChar char="■"/>
              <a:defRPr sz="1900"/>
            </a:lvl9pPr>
          </a:lstStyle>
          <a:p/>
        </p:txBody>
      </p:sp>
      <p:sp>
        <p:nvSpPr>
          <p:cNvPr id="13" name="Google Shape;13;p4"/>
          <p:cNvSpPr txBox="1"/>
          <p:nvPr>
            <p:ph idx="1" type="body"/>
          </p:nvPr>
        </p:nvSpPr>
        <p:spPr>
          <a:xfrm>
            <a:off x="415600" y="1536633"/>
            <a:ext cx="113607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>
            <a:lvl1pPr indent="-349250" lvl="0" marL="457200">
              <a:spcBef>
                <a:spcPts val="0"/>
              </a:spcBef>
              <a:spcAft>
                <a:spcPts val="0"/>
              </a:spcAft>
              <a:buSzPts val="1900"/>
              <a:buChar char="●"/>
              <a:defRPr sz="1900"/>
            </a:lvl1pPr>
            <a:lvl2pPr indent="-349250" lvl="1" marL="914400">
              <a:spcBef>
                <a:spcPts val="0"/>
              </a:spcBef>
              <a:spcAft>
                <a:spcPts val="0"/>
              </a:spcAft>
              <a:buSzPts val="1900"/>
              <a:buChar char="○"/>
              <a:defRPr sz="1900"/>
            </a:lvl2pPr>
            <a:lvl3pPr indent="-349250" lvl="2" marL="1371600">
              <a:spcBef>
                <a:spcPts val="0"/>
              </a:spcBef>
              <a:spcAft>
                <a:spcPts val="0"/>
              </a:spcAft>
              <a:buSzPts val="1900"/>
              <a:buChar char="■"/>
              <a:defRPr sz="1900"/>
            </a:lvl3pPr>
            <a:lvl4pPr indent="-349250" lvl="3" marL="1828800">
              <a:spcBef>
                <a:spcPts val="0"/>
              </a:spcBef>
              <a:spcAft>
                <a:spcPts val="0"/>
              </a:spcAft>
              <a:buSzPts val="1900"/>
              <a:buChar char="●"/>
              <a:defRPr sz="1900"/>
            </a:lvl4pPr>
            <a:lvl5pPr indent="-349250" lvl="4" marL="2286000">
              <a:spcBef>
                <a:spcPts val="0"/>
              </a:spcBef>
              <a:spcAft>
                <a:spcPts val="0"/>
              </a:spcAft>
              <a:buSzPts val="1900"/>
              <a:buChar char="○"/>
              <a:defRPr sz="1900"/>
            </a:lvl5pPr>
            <a:lvl6pPr indent="-349250" lvl="5" marL="2743200">
              <a:spcBef>
                <a:spcPts val="0"/>
              </a:spcBef>
              <a:spcAft>
                <a:spcPts val="0"/>
              </a:spcAft>
              <a:buSzPts val="1900"/>
              <a:buChar char="■"/>
              <a:defRPr sz="1900"/>
            </a:lvl6pPr>
            <a:lvl7pPr indent="-349250" lvl="6" marL="3200400">
              <a:spcBef>
                <a:spcPts val="0"/>
              </a:spcBef>
              <a:spcAft>
                <a:spcPts val="0"/>
              </a:spcAft>
              <a:buSzPts val="1900"/>
              <a:buChar char="●"/>
              <a:defRPr sz="1900"/>
            </a:lvl7pPr>
            <a:lvl8pPr indent="-349250" lvl="7" marL="3657600">
              <a:spcBef>
                <a:spcPts val="0"/>
              </a:spcBef>
              <a:spcAft>
                <a:spcPts val="0"/>
              </a:spcAft>
              <a:buSzPts val="1900"/>
              <a:buChar char="○"/>
              <a:defRPr sz="1900"/>
            </a:lvl8pPr>
            <a:lvl9pPr indent="-349250" lvl="8" marL="4114800">
              <a:spcBef>
                <a:spcPts val="0"/>
              </a:spcBef>
              <a:spcAft>
                <a:spcPts val="0"/>
              </a:spcAft>
              <a:buSzPts val="1900"/>
              <a:buChar char="■"/>
              <a:defRPr sz="1900"/>
            </a:lvl9pPr>
          </a:lstStyle>
          <a:p/>
        </p:txBody>
      </p:sp>
      <p:sp>
        <p:nvSpPr>
          <p:cNvPr id="14" name="Google Shape;14;p4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>
            <a:lvl1pPr lvl="0">
              <a:buNone/>
              <a:defRPr sz="1900"/>
            </a:lvl1pPr>
            <a:lvl2pPr lvl="1">
              <a:buNone/>
              <a:defRPr sz="1900"/>
            </a:lvl2pPr>
            <a:lvl3pPr lvl="2">
              <a:buNone/>
              <a:defRPr sz="1900"/>
            </a:lvl3pPr>
            <a:lvl4pPr lvl="3">
              <a:buNone/>
              <a:defRPr sz="1900"/>
            </a:lvl4pPr>
            <a:lvl5pPr lvl="4">
              <a:buNone/>
              <a:defRPr sz="1900"/>
            </a:lvl5pPr>
            <a:lvl6pPr lvl="5">
              <a:buNone/>
              <a:defRPr sz="1900"/>
            </a:lvl6pPr>
            <a:lvl7pPr lvl="6">
              <a:buNone/>
              <a:defRPr sz="1900"/>
            </a:lvl7pPr>
            <a:lvl8pPr lvl="7">
              <a:buNone/>
              <a:defRPr sz="1900"/>
            </a:lvl8pPr>
            <a:lvl9pPr lvl="8">
              <a:buNone/>
              <a:defRPr sz="1900"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6"/>
          <p:cNvSpPr txBox="1"/>
          <p:nvPr>
            <p:ph type="ctrTitle"/>
          </p:nvPr>
        </p:nvSpPr>
        <p:spPr>
          <a:xfrm>
            <a:off x="415611" y="992767"/>
            <a:ext cx="11360700" cy="2736900"/>
          </a:xfrm>
          <a:prstGeom prst="rect">
            <a:avLst/>
          </a:prstGeom>
        </p:spPr>
        <p:txBody>
          <a:bodyPr anchorCtr="0" anchor="b" bIns="121900" lIns="121900" spcFirstLastPara="1" rIns="121900" wrap="square" tIns="1219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1pPr>
            <a:lvl2pPr lvl="1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2pPr>
            <a:lvl3pPr lvl="2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3pPr>
            <a:lvl4pPr lvl="3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4pPr>
            <a:lvl5pPr lvl="4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5pPr>
            <a:lvl6pPr lvl="5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6pPr>
            <a:lvl7pPr lvl="6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7pPr>
            <a:lvl8pPr lvl="7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8pPr>
            <a:lvl9pPr lvl="8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9pPr>
          </a:lstStyle>
          <a:p/>
        </p:txBody>
      </p:sp>
      <p:sp>
        <p:nvSpPr>
          <p:cNvPr id="21" name="Google Shape;21;p6"/>
          <p:cNvSpPr txBox="1"/>
          <p:nvPr>
            <p:ph idx="1" type="subTitle"/>
          </p:nvPr>
        </p:nvSpPr>
        <p:spPr>
          <a:xfrm>
            <a:off x="415600" y="3778833"/>
            <a:ext cx="11360700" cy="10569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9pPr>
          </a:lstStyle>
          <a:p/>
        </p:txBody>
      </p:sp>
      <p:sp>
        <p:nvSpPr>
          <p:cNvPr id="22" name="Google Shape;22;p6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7"/>
          <p:cNvSpPr txBox="1"/>
          <p:nvPr>
            <p:ph type="title"/>
          </p:nvPr>
        </p:nvSpPr>
        <p:spPr>
          <a:xfrm>
            <a:off x="415600" y="2867800"/>
            <a:ext cx="11360700" cy="11223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25" name="Google Shape;25;p7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8"/>
          <p:cNvSpPr txBox="1"/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28" name="Google Shape;28;p8"/>
          <p:cNvSpPr txBox="1"/>
          <p:nvPr>
            <p:ph idx="1" type="body"/>
          </p:nvPr>
        </p:nvSpPr>
        <p:spPr>
          <a:xfrm>
            <a:off x="415600" y="1536633"/>
            <a:ext cx="11360700" cy="45552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81000" lvl="0" marL="45720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9250" lvl="1" marL="914400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2pPr>
            <a:lvl3pPr indent="-349250" lvl="2" marL="1371600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3pPr>
            <a:lvl4pPr indent="-349250" lvl="3" marL="1828800"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4pPr>
            <a:lvl5pPr indent="-349250" lvl="4" marL="2286000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5pPr>
            <a:lvl6pPr indent="-349250" lvl="5" marL="2743200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6pPr>
            <a:lvl7pPr indent="-349250" lvl="6" marL="3200400"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7pPr>
            <a:lvl8pPr indent="-349250" lvl="7" marL="3657600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8pPr>
            <a:lvl9pPr indent="-349250" lvl="8" marL="4114800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9pPr>
          </a:lstStyle>
          <a:p/>
        </p:txBody>
      </p:sp>
      <p:sp>
        <p:nvSpPr>
          <p:cNvPr id="29" name="Google Shape;29;p8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9"/>
          <p:cNvSpPr txBox="1"/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32" name="Google Shape;32;p9"/>
          <p:cNvSpPr txBox="1"/>
          <p:nvPr>
            <p:ph idx="1" type="body"/>
          </p:nvPr>
        </p:nvSpPr>
        <p:spPr>
          <a:xfrm>
            <a:off x="415600" y="1536633"/>
            <a:ext cx="5333100" cy="45552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49250" lvl="0" marL="457200">
              <a:spcBef>
                <a:spcPts val="0"/>
              </a:spcBef>
              <a:spcAft>
                <a:spcPts val="0"/>
              </a:spcAft>
              <a:buSzPts val="1900"/>
              <a:buChar char="●"/>
              <a:defRPr sz="1900"/>
            </a:lvl1pPr>
            <a:lvl2pPr indent="-330200" lvl="1" marL="9144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indent="-330200" lvl="2" marL="13716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indent="-330200" lvl="3" marL="18288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indent="-330200" lvl="4" marL="22860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indent="-330200" lvl="5" marL="27432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indent="-330200" lvl="6" marL="32004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indent="-330200" lvl="7" marL="36576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indent="-330200" lvl="8" marL="41148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/>
        </p:txBody>
      </p:sp>
      <p:sp>
        <p:nvSpPr>
          <p:cNvPr id="33" name="Google Shape;33;p9"/>
          <p:cNvSpPr txBox="1"/>
          <p:nvPr>
            <p:ph idx="2" type="body"/>
          </p:nvPr>
        </p:nvSpPr>
        <p:spPr>
          <a:xfrm>
            <a:off x="6443200" y="1536633"/>
            <a:ext cx="5333100" cy="45552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49250" lvl="0" marL="457200">
              <a:spcBef>
                <a:spcPts val="0"/>
              </a:spcBef>
              <a:spcAft>
                <a:spcPts val="0"/>
              </a:spcAft>
              <a:buSzPts val="1900"/>
              <a:buChar char="●"/>
              <a:defRPr sz="1900"/>
            </a:lvl1pPr>
            <a:lvl2pPr indent="-330200" lvl="1" marL="9144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indent="-330200" lvl="2" marL="13716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indent="-330200" lvl="3" marL="18288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indent="-330200" lvl="4" marL="22860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indent="-330200" lvl="5" marL="27432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indent="-330200" lvl="6" marL="32004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indent="-330200" lvl="7" marL="36576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indent="-330200" lvl="8" marL="41148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/>
        </p:txBody>
      </p:sp>
      <p:sp>
        <p:nvSpPr>
          <p:cNvPr id="34" name="Google Shape;34;p9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10"/>
          <p:cNvSpPr txBox="1"/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37" name="Google Shape;37;p10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11"/>
          <p:cNvSpPr txBox="1"/>
          <p:nvPr>
            <p:ph type="title"/>
          </p:nvPr>
        </p:nvSpPr>
        <p:spPr>
          <a:xfrm>
            <a:off x="415600" y="740800"/>
            <a:ext cx="3744000" cy="1007700"/>
          </a:xfrm>
          <a:prstGeom prst="rect">
            <a:avLst/>
          </a:prstGeom>
        </p:spPr>
        <p:txBody>
          <a:bodyPr anchorCtr="0" anchor="b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/>
        </p:txBody>
      </p:sp>
      <p:sp>
        <p:nvSpPr>
          <p:cNvPr id="40" name="Google Shape;40;p11"/>
          <p:cNvSpPr txBox="1"/>
          <p:nvPr>
            <p:ph idx="1" type="body"/>
          </p:nvPr>
        </p:nvSpPr>
        <p:spPr>
          <a:xfrm>
            <a:off x="415600" y="1852800"/>
            <a:ext cx="3744000" cy="42393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30200" lvl="0" marL="4572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1pPr>
            <a:lvl2pPr indent="-330200" lvl="1" marL="9144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indent="-330200" lvl="2" marL="13716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indent="-330200" lvl="3" marL="18288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indent="-330200" lvl="4" marL="22860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indent="-330200" lvl="5" marL="27432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indent="-330200" lvl="6" marL="32004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indent="-330200" lvl="7" marL="36576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indent="-330200" lvl="8" marL="41148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/>
        </p:txBody>
      </p:sp>
      <p:sp>
        <p:nvSpPr>
          <p:cNvPr id="41" name="Google Shape;41;p11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12"/>
          <p:cNvSpPr txBox="1"/>
          <p:nvPr>
            <p:ph type="title"/>
          </p:nvPr>
        </p:nvSpPr>
        <p:spPr>
          <a:xfrm>
            <a:off x="653667" y="600200"/>
            <a:ext cx="8490300" cy="54543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1pPr>
            <a:lvl2pPr lvl="1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2pPr>
            <a:lvl3pPr lvl="2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3pPr>
            <a:lvl4pPr lvl="3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4pPr>
            <a:lvl5pPr lvl="4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5pPr>
            <a:lvl6pPr lvl="5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6pPr>
            <a:lvl7pPr lvl="6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7pPr>
            <a:lvl8pPr lvl="7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8pPr>
            <a:lvl9pPr lvl="8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9pPr>
          </a:lstStyle>
          <a:p/>
        </p:txBody>
      </p:sp>
      <p:sp>
        <p:nvSpPr>
          <p:cNvPr id="44" name="Google Shape;44;p12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3"/>
          <p:cNvSpPr/>
          <p:nvPr/>
        </p:nvSpPr>
        <p:spPr>
          <a:xfrm>
            <a:off x="6096000" y="-167"/>
            <a:ext cx="6096000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" name="Google Shape;47;p13"/>
          <p:cNvSpPr txBox="1"/>
          <p:nvPr>
            <p:ph type="title"/>
          </p:nvPr>
        </p:nvSpPr>
        <p:spPr>
          <a:xfrm>
            <a:off x="354000" y="1644233"/>
            <a:ext cx="5393700" cy="1976400"/>
          </a:xfrm>
          <a:prstGeom prst="rect">
            <a:avLst/>
          </a:prstGeom>
        </p:spPr>
        <p:txBody>
          <a:bodyPr anchorCtr="0" anchor="b" bIns="121900" lIns="121900" spcFirstLastPara="1" rIns="121900" wrap="square" tIns="1219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1pPr>
            <a:lvl2pPr lvl="1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2pPr>
            <a:lvl3pPr lvl="2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3pPr>
            <a:lvl4pPr lvl="3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4pPr>
            <a:lvl5pPr lvl="4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5pPr>
            <a:lvl6pPr lvl="5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6pPr>
            <a:lvl7pPr lvl="6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7pPr>
            <a:lvl8pPr lvl="7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8pPr>
            <a:lvl9pPr lvl="8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9pPr>
          </a:lstStyle>
          <a:p/>
        </p:txBody>
      </p:sp>
      <p:sp>
        <p:nvSpPr>
          <p:cNvPr id="48" name="Google Shape;48;p13"/>
          <p:cNvSpPr txBox="1"/>
          <p:nvPr>
            <p:ph idx="1" type="subTitle"/>
          </p:nvPr>
        </p:nvSpPr>
        <p:spPr>
          <a:xfrm>
            <a:off x="354000" y="3737433"/>
            <a:ext cx="5393700" cy="16467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49" name="Google Shape;49;p13"/>
          <p:cNvSpPr txBox="1"/>
          <p:nvPr>
            <p:ph idx="2" type="body"/>
          </p:nvPr>
        </p:nvSpPr>
        <p:spPr>
          <a:xfrm>
            <a:off x="6586000" y="965433"/>
            <a:ext cx="5115900" cy="49269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-381000" lvl="0" marL="45720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9250" lvl="1" marL="914400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2pPr>
            <a:lvl3pPr indent="-349250" lvl="2" marL="1371600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3pPr>
            <a:lvl4pPr indent="-349250" lvl="3" marL="1828800"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4pPr>
            <a:lvl5pPr indent="-349250" lvl="4" marL="2286000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5pPr>
            <a:lvl6pPr indent="-349250" lvl="5" marL="2743200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6pPr>
            <a:lvl7pPr indent="-349250" lvl="6" marL="3200400"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7pPr>
            <a:lvl8pPr indent="-349250" lvl="7" marL="3657600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8pPr>
            <a:lvl9pPr indent="-349250" lvl="8" marL="4114800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9pPr>
          </a:lstStyle>
          <a:p/>
        </p:txBody>
      </p:sp>
      <p:sp>
        <p:nvSpPr>
          <p:cNvPr id="50" name="Google Shape;50;p13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4"/>
          <p:cNvSpPr txBox="1"/>
          <p:nvPr>
            <p:ph idx="1" type="body"/>
          </p:nvPr>
        </p:nvSpPr>
        <p:spPr>
          <a:xfrm>
            <a:off x="415600" y="5640767"/>
            <a:ext cx="7998300" cy="806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</a:lstStyle>
          <a:p/>
        </p:txBody>
      </p:sp>
      <p:sp>
        <p:nvSpPr>
          <p:cNvPr id="53" name="Google Shape;53;p14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5"/>
          <p:cNvSpPr txBox="1"/>
          <p:nvPr>
            <p:ph hasCustomPrompt="1" type="title"/>
          </p:nvPr>
        </p:nvSpPr>
        <p:spPr>
          <a:xfrm>
            <a:off x="415600" y="1474833"/>
            <a:ext cx="11360700" cy="2618100"/>
          </a:xfrm>
          <a:prstGeom prst="rect">
            <a:avLst/>
          </a:prstGeom>
        </p:spPr>
        <p:txBody>
          <a:bodyPr anchorCtr="0" anchor="b" bIns="121900" lIns="121900" spcFirstLastPara="1" rIns="121900" wrap="square" tIns="1219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9pPr>
          </a:lstStyle>
          <a:p>
            <a:r>
              <a:t>xx%</a:t>
            </a:r>
          </a:p>
        </p:txBody>
      </p:sp>
      <p:sp>
        <p:nvSpPr>
          <p:cNvPr id="56" name="Google Shape;56;p15"/>
          <p:cNvSpPr txBox="1"/>
          <p:nvPr>
            <p:ph idx="1" type="body"/>
          </p:nvPr>
        </p:nvSpPr>
        <p:spPr>
          <a:xfrm>
            <a:off x="415600" y="4202967"/>
            <a:ext cx="11360700" cy="17343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81000" lvl="0" marL="457200" algn="ctr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9250" lvl="1" marL="914400" algn="ctr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2pPr>
            <a:lvl3pPr indent="-349250" lvl="2" marL="1371600" algn="ctr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3pPr>
            <a:lvl4pPr indent="-349250" lvl="3" marL="1828800" algn="ctr"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4pPr>
            <a:lvl5pPr indent="-349250" lvl="4" marL="2286000" algn="ctr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5pPr>
            <a:lvl6pPr indent="-349250" lvl="5" marL="2743200" algn="ctr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6pPr>
            <a:lvl7pPr indent="-349250" lvl="6" marL="3200400" algn="ctr"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7pPr>
            <a:lvl8pPr indent="-349250" lvl="7" marL="3657600" algn="ctr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8pPr>
            <a:lvl9pPr indent="-349250" lvl="8" marL="4114800" algn="ctr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9pPr>
          </a:lstStyle>
          <a:p/>
        </p:txBody>
      </p:sp>
      <p:sp>
        <p:nvSpPr>
          <p:cNvPr id="57" name="Google Shape;57;p15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6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2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slideLayout" Target="../slideLayouts/slideLayout5.xml"/><Relationship Id="rId3" Type="http://schemas.openxmlformats.org/officeDocument/2006/relationships/slideLayout" Target="../slideLayouts/slideLayout6.xml"/><Relationship Id="rId4" Type="http://schemas.openxmlformats.org/officeDocument/2006/relationships/slideLayout" Target="../slideLayouts/slideLayout7.xml"/><Relationship Id="rId11" Type="http://schemas.openxmlformats.org/officeDocument/2006/relationships/slideLayout" Target="../slideLayouts/slideLayout14.xml"/><Relationship Id="rId10" Type="http://schemas.openxmlformats.org/officeDocument/2006/relationships/slideLayout" Target="../slideLayouts/slideLayout13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12.xml"/><Relationship Id="rId5" Type="http://schemas.openxmlformats.org/officeDocument/2006/relationships/slideLayout" Target="../slideLayouts/slideLayout8.xml"/><Relationship Id="rId6" Type="http://schemas.openxmlformats.org/officeDocument/2006/relationships/slideLayout" Target="../slideLayouts/slideLayout9.xml"/><Relationship Id="rId7" Type="http://schemas.openxmlformats.org/officeDocument/2006/relationships/slideLayout" Target="../slideLayouts/slideLayout10.xml"/><Relationship Id="rId8" Type="http://schemas.openxmlformats.org/officeDocument/2006/relationships/slideLayout" Target="../slideLayouts/slideLayout1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5"/>
          <p:cNvSpPr txBox="1"/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7" name="Google Shape;17;p5"/>
          <p:cNvSpPr txBox="1"/>
          <p:nvPr>
            <p:ph idx="1" type="body"/>
          </p:nvPr>
        </p:nvSpPr>
        <p:spPr>
          <a:xfrm>
            <a:off x="415600" y="1536633"/>
            <a:ext cx="113607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810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Char char="●"/>
              <a:defRPr sz="2400">
                <a:solidFill>
                  <a:schemeClr val="dk2"/>
                </a:solidFill>
              </a:defRPr>
            </a:lvl1pPr>
            <a:lvl2pPr indent="-3492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Char char="○"/>
              <a:defRPr sz="1900">
                <a:solidFill>
                  <a:schemeClr val="dk2"/>
                </a:solidFill>
              </a:defRPr>
            </a:lvl2pPr>
            <a:lvl3pPr indent="-3492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Char char="■"/>
              <a:defRPr sz="1900">
                <a:solidFill>
                  <a:schemeClr val="dk2"/>
                </a:solidFill>
              </a:defRPr>
            </a:lvl3pPr>
            <a:lvl4pPr indent="-3492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Char char="●"/>
              <a:defRPr sz="1900">
                <a:solidFill>
                  <a:schemeClr val="dk2"/>
                </a:solidFill>
              </a:defRPr>
            </a:lvl4pPr>
            <a:lvl5pPr indent="-3492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Char char="○"/>
              <a:defRPr sz="1900">
                <a:solidFill>
                  <a:schemeClr val="dk2"/>
                </a:solidFill>
              </a:defRPr>
            </a:lvl5pPr>
            <a:lvl6pPr indent="-3492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Char char="■"/>
              <a:defRPr sz="1900">
                <a:solidFill>
                  <a:schemeClr val="dk2"/>
                </a:solidFill>
              </a:defRPr>
            </a:lvl6pPr>
            <a:lvl7pPr indent="-3492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Char char="●"/>
              <a:defRPr sz="1900">
                <a:solidFill>
                  <a:schemeClr val="dk2"/>
                </a:solidFill>
              </a:defRPr>
            </a:lvl7pPr>
            <a:lvl8pPr indent="-3492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Char char="○"/>
              <a:defRPr sz="1900">
                <a:solidFill>
                  <a:schemeClr val="dk2"/>
                </a:solidFill>
              </a:defRPr>
            </a:lvl8pPr>
            <a:lvl9pPr indent="-3492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Char char="■"/>
              <a:defRPr sz="19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8" name="Google Shape;18;p5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 algn="r">
              <a:buNone/>
              <a:defRPr sz="1300">
                <a:solidFill>
                  <a:schemeClr val="dk2"/>
                </a:solidFill>
              </a:defRPr>
            </a:lvl1pPr>
            <a:lvl2pPr lvl="1" algn="r">
              <a:buNone/>
              <a:defRPr sz="1300">
                <a:solidFill>
                  <a:schemeClr val="dk2"/>
                </a:solidFill>
              </a:defRPr>
            </a:lvl2pPr>
            <a:lvl3pPr lvl="2" algn="r">
              <a:buNone/>
              <a:defRPr sz="1300">
                <a:solidFill>
                  <a:schemeClr val="dk2"/>
                </a:solidFill>
              </a:defRPr>
            </a:lvl3pPr>
            <a:lvl4pPr lvl="3" algn="r">
              <a:buNone/>
              <a:defRPr sz="1300">
                <a:solidFill>
                  <a:schemeClr val="dk2"/>
                </a:solidFill>
              </a:defRPr>
            </a:lvl4pPr>
            <a:lvl5pPr lvl="4" algn="r">
              <a:buNone/>
              <a:defRPr sz="1300">
                <a:solidFill>
                  <a:schemeClr val="dk2"/>
                </a:solidFill>
              </a:defRPr>
            </a:lvl5pPr>
            <a:lvl6pPr lvl="5" algn="r">
              <a:buNone/>
              <a:defRPr sz="1300">
                <a:solidFill>
                  <a:schemeClr val="dk2"/>
                </a:solidFill>
              </a:defRPr>
            </a:lvl6pPr>
            <a:lvl7pPr lvl="6" algn="r">
              <a:buNone/>
              <a:defRPr sz="1300">
                <a:solidFill>
                  <a:schemeClr val="dk2"/>
                </a:solidFill>
              </a:defRPr>
            </a:lvl7pPr>
            <a:lvl8pPr lvl="7" algn="r">
              <a:buNone/>
              <a:defRPr sz="1300">
                <a:solidFill>
                  <a:schemeClr val="dk2"/>
                </a:solidFill>
              </a:defRPr>
            </a:lvl8pPr>
            <a:lvl9pPr lvl="8" algn="r">
              <a:buNone/>
              <a:defRPr sz="13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  <p:sldLayoutId id="2147483661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Relationship Id="rId3" Type="http://schemas.openxmlformats.org/officeDocument/2006/relationships/hyperlink" Target="http://e-maxx.ru/algo/ford_bellman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7"/>
          <p:cNvSpPr txBox="1"/>
          <p:nvPr>
            <p:ph type="ctrTitle"/>
          </p:nvPr>
        </p:nvSpPr>
        <p:spPr>
          <a:xfrm>
            <a:off x="415600" y="992779"/>
            <a:ext cx="11360700" cy="4169400"/>
          </a:xfrm>
          <a:prstGeom prst="rect">
            <a:avLst/>
          </a:prstGeom>
        </p:spPr>
        <p:txBody>
          <a:bodyPr anchorCtr="0" anchor="b" bIns="121900" lIns="121900" spcFirstLastPara="1" rIns="121900" wrap="square" tIns="1219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Алгоритм Форда-Беллмана в крипто-арбитраже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8"/>
          <p:cNvSpPr txBox="1"/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Основная идея</a:t>
            </a:r>
            <a:endParaRPr/>
          </a:p>
        </p:txBody>
      </p:sp>
      <p:sp>
        <p:nvSpPr>
          <p:cNvPr id="70" name="Google Shape;70;p18"/>
          <p:cNvSpPr txBox="1"/>
          <p:nvPr>
            <p:ph idx="1" type="body"/>
          </p:nvPr>
        </p:nvSpPr>
        <p:spPr>
          <a:xfrm>
            <a:off x="415600" y="1536633"/>
            <a:ext cx="11360700" cy="45552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000000"/>
                </a:solidFill>
              </a:rPr>
              <a:t>– Будем следить за курсами обмена криптовалют на биржах</a:t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000000"/>
                </a:solidFill>
              </a:rPr>
              <a:t>– К</a:t>
            </a:r>
            <a:r>
              <a:rPr lang="en-US">
                <a:solidFill>
                  <a:srgbClr val="000000"/>
                </a:solidFill>
              </a:rPr>
              <a:t>акой-то цикл из обменов даёт нам больше валюты =&gt; мы в плюсе</a:t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en-US">
                <a:solidFill>
                  <a:srgbClr val="000000"/>
                </a:solidFill>
              </a:rPr>
              <a:t>– Формально: хотим найти цикл, такой что</a:t>
            </a:r>
            <a:endParaRPr>
              <a:solidFill>
                <a:srgbClr val="000000"/>
              </a:solidFill>
            </a:endParaRPr>
          </a:p>
        </p:txBody>
      </p:sp>
      <p:pic>
        <p:nvPicPr>
          <p:cNvPr id="71" name="Google Shape;71;p18" title="formula_product_gt_1.png"/>
          <p:cNvPicPr preferRelativeResize="0"/>
          <p:nvPr/>
        </p:nvPicPr>
        <p:blipFill rotWithShape="1">
          <a:blip r:embed="rId3">
            <a:alphaModFix/>
          </a:blip>
          <a:srcRect b="0" l="0" r="50377" t="0"/>
          <a:stretch/>
        </p:blipFill>
        <p:spPr>
          <a:xfrm>
            <a:off x="6627025" y="2519875"/>
            <a:ext cx="3623926" cy="1173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72" name="Google Shape;72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383952" y="3693100"/>
            <a:ext cx="2867000" cy="2676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9"/>
          <p:cNvSpPr txBox="1"/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Поиск отрицательных циклов</a:t>
            </a:r>
            <a:endParaRPr/>
          </a:p>
        </p:txBody>
      </p:sp>
      <p:sp>
        <p:nvSpPr>
          <p:cNvPr id="78" name="Google Shape;78;p19"/>
          <p:cNvSpPr txBox="1"/>
          <p:nvPr>
            <p:ph idx="1" type="body"/>
          </p:nvPr>
        </p:nvSpPr>
        <p:spPr>
          <a:xfrm>
            <a:off x="415600" y="1536633"/>
            <a:ext cx="11360700" cy="45552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000000"/>
                </a:solidFill>
              </a:rPr>
              <a:t>– Вершины – криптовалюты</a:t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000000"/>
                </a:solidFill>
              </a:rPr>
              <a:t>– Рёбра задаются так</a:t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000000"/>
                </a:solidFill>
              </a:rPr>
              <a:t>– Тогда </a:t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en-US">
                <a:solidFill>
                  <a:srgbClr val="000000"/>
                </a:solidFill>
              </a:rPr>
              <a:t>– Поиск отрицательных циклов решается Фордом-Беллманом</a:t>
            </a:r>
            <a:endParaRPr>
              <a:solidFill>
                <a:srgbClr val="000000"/>
              </a:solidFill>
            </a:endParaRPr>
          </a:p>
        </p:txBody>
      </p:sp>
      <p:pic>
        <p:nvPicPr>
          <p:cNvPr descr="preencoded.png" id="79" name="Google Shape;79;p19"/>
          <p:cNvPicPr preferRelativeResize="0"/>
          <p:nvPr/>
        </p:nvPicPr>
        <p:blipFill rotWithShape="1">
          <a:blip r:embed="rId3">
            <a:alphaModFix/>
          </a:blip>
          <a:srcRect b="0" l="-839" r="41786" t="0"/>
          <a:stretch/>
        </p:blipFill>
        <p:spPr>
          <a:xfrm>
            <a:off x="3732000" y="2307400"/>
            <a:ext cx="3696525" cy="625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80" name="Google Shape;80;p19" title="formula_cycle_log_equivalence_cm_multiline.png"/>
          <p:cNvPicPr preferRelativeResize="0"/>
          <p:nvPr/>
        </p:nvPicPr>
        <p:blipFill rotWithShape="1">
          <a:blip r:embed="rId4">
            <a:alphaModFix/>
          </a:blip>
          <a:srcRect b="43817" l="0" r="29249" t="0"/>
          <a:stretch/>
        </p:blipFill>
        <p:spPr>
          <a:xfrm>
            <a:off x="1729625" y="2687750"/>
            <a:ext cx="7902300" cy="1017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81" name="Google Shape;81;p19" title="formula_cycle_log_equivalence_cm_multiline.png"/>
          <p:cNvPicPr preferRelativeResize="0"/>
          <p:nvPr/>
        </p:nvPicPr>
        <p:blipFill rotWithShape="1">
          <a:blip r:embed="rId4">
            <a:alphaModFix/>
          </a:blip>
          <a:srcRect b="0" l="0" r="28866" t="53164"/>
          <a:stretch/>
        </p:blipFill>
        <p:spPr>
          <a:xfrm>
            <a:off x="214325" y="3787275"/>
            <a:ext cx="8672625" cy="925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0"/>
          <p:cNvSpPr txBox="1"/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Плюсы и минусы</a:t>
            </a:r>
            <a:endParaRPr/>
          </a:p>
        </p:txBody>
      </p:sp>
      <p:sp>
        <p:nvSpPr>
          <p:cNvPr id="87" name="Google Shape;87;p20"/>
          <p:cNvSpPr txBox="1"/>
          <p:nvPr>
            <p:ph idx="1" type="body"/>
          </p:nvPr>
        </p:nvSpPr>
        <p:spPr>
          <a:xfrm>
            <a:off x="415600" y="1536625"/>
            <a:ext cx="5658600" cy="45552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000000"/>
                </a:solidFill>
              </a:rPr>
              <a:t>– Простота реализации</a:t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000000"/>
                </a:solidFill>
              </a:rPr>
              <a:t>– Низкий порог входа (в том числе оборудования)</a:t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en-US">
                <a:solidFill>
                  <a:srgbClr val="000000"/>
                </a:solidFill>
              </a:rPr>
              <a:t>– Возможность произвести “относительно” честный бэктест</a:t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88" name="Google Shape;88;p20"/>
          <p:cNvSpPr txBox="1"/>
          <p:nvPr>
            <p:ph idx="1" type="body"/>
          </p:nvPr>
        </p:nvSpPr>
        <p:spPr>
          <a:xfrm>
            <a:off x="6074200" y="1536625"/>
            <a:ext cx="5954400" cy="51363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000000"/>
                </a:solidFill>
              </a:rPr>
              <a:t>– Большая конкуренция</a:t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000000"/>
                </a:solidFill>
              </a:rPr>
              <a:t>– HFT-фонды могут забирать всю прибыль</a:t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000000"/>
                </a:solidFill>
              </a:rPr>
              <a:t>– Большие комиссии могут съедать большую часть прибыли </a:t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000000"/>
                </a:solidFill>
              </a:rPr>
              <a:t>– Необходимость искать короткие циклы</a:t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chemeClr val="dk1"/>
                </a:solidFill>
              </a:rPr>
              <a:t>– Возможные проскальзывания 	ставят под угрозу всю систему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1"/>
          <p:cNvSpPr txBox="1"/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Материалы</a:t>
            </a:r>
            <a:endParaRPr/>
          </a:p>
        </p:txBody>
      </p:sp>
      <p:sp>
        <p:nvSpPr>
          <p:cNvPr id="94" name="Google Shape;94;p21"/>
          <p:cNvSpPr txBox="1"/>
          <p:nvPr>
            <p:ph idx="1" type="body"/>
          </p:nvPr>
        </p:nvSpPr>
        <p:spPr>
          <a:xfrm>
            <a:off x="415600" y="1536625"/>
            <a:ext cx="11360700" cy="45552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highlight>
                  <a:schemeClr val="lt1"/>
                </a:highlight>
              </a:rPr>
              <a:t>– </a:t>
            </a:r>
            <a:r>
              <a:rPr lang="en-US">
                <a:solidFill>
                  <a:schemeClr val="dk1"/>
                </a:solidFill>
                <a:highlight>
                  <a:schemeClr val="lt1"/>
                </a:highlight>
              </a:rPr>
              <a:t>Machine Learning for Algorithmic Trading - Second Edition by Stefan Jansen</a:t>
            </a:r>
            <a:endParaRPr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0" lvl="0" marL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highlight>
                  <a:schemeClr val="lt1"/>
                </a:highlight>
              </a:rPr>
              <a:t>– </a:t>
            </a:r>
            <a:r>
              <a:rPr lang="en-US" u="sng">
                <a:solidFill>
                  <a:schemeClr val="accent5"/>
                </a:solidFill>
                <a:highlight>
                  <a:schemeClr val="lt1"/>
                </a:highlight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http://e-maxx.ru/algo/ford_bellman</a:t>
            </a:r>
            <a:endParaRPr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highlight>
                  <a:schemeClr val="lt1"/>
                </a:highlight>
              </a:rPr>
              <a:t>– https://coinmarketcap.com/en/</a:t>
            </a:r>
            <a:endParaRPr>
              <a:solidFill>
                <a:schemeClr val="dk1"/>
              </a:solidFill>
              <a:highlight>
                <a:schemeClr val="lt1"/>
              </a:highlight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